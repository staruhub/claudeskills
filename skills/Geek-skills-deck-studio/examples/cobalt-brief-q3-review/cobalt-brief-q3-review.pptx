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封面：Q3 战略评审简报，钴蓝简报风格。奶油纸底色搭配电光钴蓝标题，展现现代专业简报感。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议程：四项关键议题——营收增长、市场份额、运营效率和下一步计划。清晰的结构化汇报框架。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核心洞察：Q3 营收同比增长 28%，增速连续三季度加速。大客户续约率 94%，交叉销售成功率从 18% 提升至 31%。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市场份额：行业排名从第三提升至第二位，市占率 18.4%，新增 312 个客户账户。NPS 从 42 上升至 51。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下一步：Q4 四大战略重点——巩固市场地位、扩张新市场、产品迭代、成本优化。董事会批准 8,500 万元投入，预期增速保持在 25%+。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kills/Geek-skills-deck-studio/examples/cobalt-brief-q3-review/png/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kills/Geek-skills-deck-studio/examples/cobalt-brief-q3-review/png/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kills/Geek-skills-deck-studio/examples/cobalt-brief-q3-review/png/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kills/Geek-skills-deck-studio/examples/cobalt-brief-q3-review/png/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kills/Geek-skills-deck-studio/examples/cobalt-brief-q3-review/png/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2026-08-13T09:04:08Z</dcterms:created>
  <dcterms:modified xsi:type="dcterms:W3CDTF">2026-08-13T09:04:08Z</dcterms:modified>
</cp:coreProperties>
</file>